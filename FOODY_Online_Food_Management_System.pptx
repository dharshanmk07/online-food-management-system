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ody_b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ody_pan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280" y="190500"/>
            <a:ext cx="617982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ody_b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ody_pane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740" y="190500"/>
            <a:ext cx="644652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ody_bg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ody_panel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190500"/>
            <a:ext cx="621792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ody_b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ody_panel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90500"/>
            <a:ext cx="997458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ody_bg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ody_panel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90500"/>
            <a:ext cx="10050780" cy="647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DHARSHAN MK</cp:lastModifiedBy>
  <cp:revision>2</cp:revision>
  <dcterms:created xsi:type="dcterms:W3CDTF">2013-01-27T09:14:16Z</dcterms:created>
  <dcterms:modified xsi:type="dcterms:W3CDTF">2026-09-11T08:45:14Z</dcterms:modified>
  <cp:category/>
</cp:coreProperties>
</file>